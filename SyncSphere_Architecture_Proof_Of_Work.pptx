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6B6D4"/>
                </a:solidFill>
              </a:defRPr>
            </a:pPr>
            <a:r>
              <a:t>SyncSphere</a:t>
            </a:r>
          </a:p>
          <a:p>
            <a:pPr algn="ctr">
              <a:spcBef>
                <a:spcPts val="1500"/>
              </a:spcBef>
              <a:defRPr sz="2400">
                <a:solidFill>
                  <a:srgbClr val="FFFFFF"/>
                </a:solidFill>
              </a:defRPr>
            </a:pPr>
            <a:r>
              <a:t>Cloud-Native Engineering Architecture &amp; Proof of Work</a:t>
            </a:r>
          </a:p>
          <a:p>
            <a:pPr algn="ctr">
              <a:spcBef>
                <a:spcPts val="2000"/>
              </a:spcBef>
              <a:defRPr sz="1600">
                <a:solidFill>
                  <a:srgbClr val="CBD5E1"/>
                </a:solidFill>
              </a:defRPr>
            </a:pPr>
            <a:r>
              <a:t>Live Azure Deployment • Infrastructure Verification • Source Code Proof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754880"/>
            <a:ext cx="8534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🌐 Live App: https://app-syncsphere-api-2026.azurewebsites.net/</a:t>
            </a:r>
          </a:p>
          <a:p>
            <a:pPr algn="ctr">
              <a:spcBef>
                <a:spcPts val="1000"/>
              </a:spcBef>
              <a:defRPr sz="1600" b="1">
                <a:solidFill>
                  <a:srgbClr val="06B6D4"/>
                </a:solidFill>
              </a:defRPr>
            </a:pPr>
            <a:r>
              <a:t>🐙 GitHub: https://github.com/Tirupathi-Reddy-Pucha/SyncSphere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728655" cy="57607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</a:defRPr>
            </a:pPr>
            <a:r>
              <a:t>1. Frontend Architecture &amp; React Single Page App</a:t>
            </a:r>
          </a:p>
          <a:p>
            <a:pPr>
              <a:spcBef>
                <a:spcPts val="600"/>
              </a:spcBef>
              <a:defRPr sz="1300">
                <a:solidFill>
                  <a:srgbClr val="10B981"/>
                </a:solidFill>
              </a:defRPr>
            </a:pPr>
            <a:r>
              <a:t>Tech Stack: React 18 • Vite • TailwindCSS • Lucide Icons  |  Azure Host: Azure App Service (React SPA Client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Architecture &amp; Feature Implementation: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</a:defRPr>
            </a:pPr>
            <a:r>
              <a:t>Production React frontend providing real-time collaboration boards, passwordless login interface, live Azure Blob Storage asset manager, and AI Security Scanner.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9971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🔗 Direct Location &amp; Proof Links (Click to verify live):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🌐 Live Web Application URL: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https://app-syncsphere-api-2026.azurewebsites.net/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🐙 Source Code (App.jsx on GitHub):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https://github.com/Tirupathi-Reddy-Pucha/SyncSphere/blob/main/frontend/src/App.jsx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☁️ Azure App Service Portal Location: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https://portal.azure.com/#@cb.students.amrita.edu/resource/subscriptions/a76241a6-5571-4c87-9829-a08e0ef360b9/resourceGroups/rg-syncsphere-eastus2/providers/Microsoft.Web/sites/app-syncsphere-api-2026/overview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728655" cy="57607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</a:defRPr>
            </a:pPr>
            <a:r>
              <a:t>2. Backend REST API Microservices</a:t>
            </a:r>
          </a:p>
          <a:p>
            <a:pPr>
              <a:spcBef>
                <a:spcPts val="600"/>
              </a:spcBef>
              <a:defRPr sz="1300">
                <a:solidFill>
                  <a:srgbClr val="10B981"/>
                </a:solidFill>
              </a:defRPr>
            </a:pPr>
            <a:r>
              <a:t>Tech Stack: Node.js • Express.js • RESTful API Architecture  |  Azure Host: Azure App Service (app-syncsphere-api-2026)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Architecture &amp; Feature Implementation: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</a:defRPr>
            </a:pPr>
            <a:r>
              <a:t>High-performance Node.js Express backend serving REST API routes for project workspaces, live task board updates, blob uploads, and AI security diagnostics.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9971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🔗 Direct Location &amp; Proof Links (Click to verify live):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⚡ Live Health API Endpoint URL: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https://app-syncsphere-api-2026.azurewebsites.net/api/telemetry/health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🐙 Source Code (server.js on GitHub):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https://github.com/Tirupathi-Reddy-Pucha/SyncSphere/blob/main/backend/src/server.js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☁️ Azure App Service Configuration Portal: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https://portal.azure.com/#@cb.students.amrita.edu/resource/subscriptions/a76241a6-5571-4c87-9829-a08e0ef360b9/resourceGroups/rg-syncsphere-eastus2/providers/Microsoft.Web/sites/app-syncsphere-api-2026/configuration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728655" cy="57607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</a:defRPr>
            </a:pPr>
            <a:r>
              <a:t>3. Async Cloud Storage &amp; Asset Manager</a:t>
            </a:r>
          </a:p>
          <a:p>
            <a:pPr>
              <a:spcBef>
                <a:spcPts val="600"/>
              </a:spcBef>
              <a:defRPr sz="1300">
                <a:solidFill>
                  <a:srgbClr val="10B981"/>
                </a:solidFill>
              </a:defRPr>
            </a:pPr>
            <a:r>
              <a:t>Tech Stack: @azure/storage-blob SDK • Buffer Streaming • MIME Auto-Detection  |  Azure Host: Azure Storage &amp; Fallback Assets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Architecture &amp; Feature Implementation: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</a:defRPr>
            </a:pPr>
            <a:r>
              <a:t>Direct memory buffer streaming with automatic MIME preservation, direct preview download links, and instant blob deletion capabilities.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9971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🔗 Direct Location &amp; Proof Links (Click to verify live):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🗄️ Live Asset Manager UI: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https://app-syncsphere-api-2026.azurewebsites.net/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🐙 Source Code (azureBlobService.js on GitHub):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https://github.com/Tirupathi-Reddy-Pucha/SyncSphere/blob/main/backend/src/services/azureBlobService.js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☁️ Azure Resource Group Portal Location: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https://portal.azure.com/#@cb.students.amrita.edu/resource/subscriptions/a76241a6-5571-4c87-9829-a08e0ef360b9/resourceGroups/rg-syncsphere-eastus2/overview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728655" cy="57607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</a:defRPr>
            </a:pPr>
            <a:r>
              <a:t>4. Security &amp; Access Control (Passwordless Identity Lock)</a:t>
            </a:r>
          </a:p>
          <a:p>
            <a:pPr>
              <a:spcBef>
                <a:spcPts val="600"/>
              </a:spcBef>
              <a:defRPr sz="1300">
                <a:solidFill>
                  <a:srgbClr val="10B981"/>
                </a:solidFill>
              </a:defRPr>
            </a:pPr>
            <a:r>
              <a:t>Tech Stack: Passwordless Email Gateway • Client Session Lock • JWT Signatures  |  Azure Host: Session Security Module (frontend &amp; backend middleware)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Architecture &amp; Feature Implementation: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</a:defRPr>
            </a:pPr>
            <a:r>
              <a:t>Enforces mandatory passwordless email login gateway. Permanently locks active session identity (clientSessionId) to prevent impersonation or name tampering.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9971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🔗 Direct Location &amp; Proof Links (Click to verify live):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🔑 Live Passwordless Login Gateway UI: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https://app-syncsphere-api-2026.azurewebsites.net/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🐙 Source Code (LoginScreen.jsx on GitHub):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https://github.com/Tirupathi-Reddy-Pucha/SyncSphere/blob/main/frontend/src/components/LoginScreen.jsx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🐙 Source Code (Header.jsx Locked Identity Badge):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https://github.com/Tirupathi-Reddy-Pucha/SyncSphere/blob/main/frontend/src/components/Header.jsx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728655" cy="57607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</a:defRPr>
            </a:pPr>
            <a:r>
              <a:t>5. Automated Azure AI Security Code Scanner</a:t>
            </a:r>
          </a:p>
          <a:p>
            <a:pPr>
              <a:spcBef>
                <a:spcPts val="600"/>
              </a:spcBef>
              <a:defRPr sz="1300">
                <a:solidFill>
                  <a:srgbClr val="10B981"/>
                </a:solidFill>
              </a:defRPr>
            </a:pPr>
            <a:r>
              <a:t>Tech Stack: Static Heuristic Analyzer • Regex Vulnerability Engine • 0-100 Scoring  |  Azure Host: Automated Upload Scanner &amp; Interactive AI Code Auditor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Architecture &amp; Feature Implementation: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</a:defRPr>
            </a:pPr>
            <a:r>
              <a:t>Scans uploaded files &amp; code snippets for hardcoded keys, HTTP connection strings, wildcard CORS, and public container access. Automatically outputs compliance scores.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9971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🔗 Direct Location &amp; Proof Links (Click to verify live):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🛡️ Live AI Security Scanner UI: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https://app-syncsphere-api-2026.azurewebsites.net/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🐙 Source Code (aiController.js on GitHub):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https://github.com/Tirupathi-Reddy-Pucha/SyncSphere/blob/main/backend/src/controllers/aiController.js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📁 Test Sample Files Directory on GitHub: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https://github.com/Tirupathi-Reddy-Pucha/SyncSphere/tree/main/sample_security_test_files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728655" cy="57607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</a:defRPr>
            </a:pPr>
            <a:r>
              <a:t>6. Infrastructure Observability &amp; Device-Aware Audit Stream</a:t>
            </a:r>
          </a:p>
          <a:p>
            <a:pPr>
              <a:spcBef>
                <a:spcPts val="600"/>
              </a:spcBef>
              <a:defRPr sz="1300">
                <a:solidFill>
                  <a:srgbClr val="10B981"/>
                </a:solidFill>
              </a:defRPr>
            </a:pPr>
            <a:r>
              <a:t>Tech Stack: Device Attribution (Desktop vs Mobile) • System Audit Log Stream  |  Azure Host: System Health &amp; Audit Dashboard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Architecture &amp; Feature Implementation: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</a:defRPr>
            </a:pPr>
            <a:r>
              <a:t>Real-time telemetry monitoring for Azure services alongside a tamper-evident audit stream attributing all user actions to authenticated email &amp; device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9971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🔗 Direct Location &amp; Proof Links (Click to verify live):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📊 Live Telemetry &amp; Audit Stream UI: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https://app-syncsphere-api-2026.azurewebsites.net/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🐙 Source Code (TelemetryDashboard.jsx on GitHub):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https://github.com/Tirupathi-Reddy-Pucha/SyncSphere/blob/main/frontend/src/components/TelemetryDashboard.jsx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☁️ Azure Resource Group Portal Location: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https://portal.azure.com/#@cb.students.amrita.edu/resource/subscriptions/a76241a6-5571-4c87-9829-a08e0ef360b9/resourceGroups/rg-syncsphere-eastus2/overview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728655" cy="57607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6B6D4"/>
                </a:solidFill>
              </a:defRPr>
            </a:pPr>
            <a:r>
              <a:t>7. Infrastructure as Code &amp; Continuous Deployment Pipeline</a:t>
            </a:r>
          </a:p>
          <a:p>
            <a:pPr>
              <a:spcBef>
                <a:spcPts val="600"/>
              </a:spcBef>
              <a:defRPr sz="1300">
                <a:solidFill>
                  <a:srgbClr val="10B981"/>
                </a:solidFill>
              </a:defRPr>
            </a:pPr>
            <a:r>
              <a:t>Tech Stack: Azure Kudu Zip Deployment • Python CLI Automation • Git Version Control  |  Azure Host: GitHub Repository &amp; Azure App Service Deployment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Architecture &amp; Feature Implementation: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</a:defRPr>
            </a:pPr>
            <a:r>
              <a:t>Automated deployment pipeline creating zip deployment packages for React SPA build &amp; Node.js backend, deploying cleanly to Azure App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9971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🔗 Direct Location &amp; Proof Links (Click to verify live):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🐙 Main GitHub Repository (SyncSphere):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🐍 Deployment Script (create_webapp.py on GitHub):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https://github.com/Tirupathi-Reddy-Pucha/SyncSphere/blob/main/create_webapp.py</a:t>
            </a:r>
          </a:p>
          <a:p>
            <a:pPr>
              <a:spcBef>
                <a:spcPts val="1000"/>
              </a:spcBef>
              <a:defRPr sz="1300" b="1">
                <a:solidFill>
                  <a:srgbClr val="FFFFFF"/>
                </a:solidFill>
              </a:defRPr>
            </a:pPr>
            <a:r>
              <a:t>• 📄 Implementation Plan PDF Report on GitHub:</a:t>
            </a:r>
          </a:p>
          <a:p>
            <a:pPr>
              <a:defRPr sz="1200">
                <a:solidFill>
                  <a:srgbClr val="06B6D4"/>
                </a:solidFill>
              </a:defRPr>
            </a:pPr>
            <a:r>
              <a:t>  https://github.com/Tirupathi-Reddy-Pucha/SyncSphere/blob/main/Project_Collaboration_Workspace_Implementation_Plan.pdf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